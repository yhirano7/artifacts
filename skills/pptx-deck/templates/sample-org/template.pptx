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計画（サンプル）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55</c:v>
                </c:pt>
                <c:pt idx="2">
                  <c:v>62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実績（サンプル）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48</c:v>
                </c:pt>
                <c:pt idx="2">
                  <c:v>66</c:v>
                </c:pt>
                <c:pt idx="3">
                  <c:v>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このスライドは表紙の見本。Title Slide レイアウトの プレースホルダ idx0=タイトル、idx1=サブタイトルを使う。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このスライドは目次コンポーネントの見本。Title=見出し、TocBody=箇条書き（1項目1段落）。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このスライドは表コンポーネントの見本。列数は内容に合わせて変えてよい。行数・列数は DataTable の行・列の複製で増減する。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このスライドは組織図コンポーネントの見本。OrgRegion が描画範囲、OrgNode が箱の雛形。階層は最大3段。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このスライドはタイムラインコンポーネントの見本。TimelineRegion が描画範囲、TimelineStep が1工程の雛形。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このスライドは2段比較コンポーネントの見本。Left/RightHeading=列見出し、Left/RightBody=列の箇条書き。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このスライドはクロージングコンポーネントの見本。ClosingBody=箇条書き（1項目1段落）。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このスライドはグラフコンポーネントの見本。DataChart の データだけ差し替える。グラフの種類（縦棒）と配色はテンプレのまま使う。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4000">
                <a:solidFill>
                  <a:schemeClr val="l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lt1"/>
                </a:solidFill>
              </a:defRPr>
            </a:lvl1pPr>
            <a:lvl2pPr marL="457200" indent="0" algn="ctr">
              <a:buNone/>
              <a:defRPr>
                <a:solidFill>
                  <a:schemeClr val="lt1"/>
                </a:solidFill>
              </a:defRPr>
            </a:lvl2pPr>
            <a:lvl3pPr marL="914400" indent="0" algn="ctr">
              <a:buNone/>
              <a:defRPr>
                <a:solidFill>
                  <a:schemeClr val="lt1"/>
                </a:solidFill>
              </a:defRPr>
            </a:lvl3pPr>
            <a:lvl4pPr marL="1371600" indent="0" algn="ctr">
              <a:buNone/>
              <a:defRPr>
                <a:solidFill>
                  <a:schemeClr val="lt1"/>
                </a:solidFill>
              </a:defRPr>
            </a:lvl4pPr>
            <a:lvl5pPr marL="1828800" indent="0" algn="ctr">
              <a:buNone/>
              <a:defRPr>
                <a:solidFill>
                  <a:schemeClr val="lt1"/>
                </a:solidFill>
              </a:defRPr>
            </a:lvl5pPr>
            <a:lvl6pPr marL="2286000" indent="0" algn="ctr">
              <a:buNone/>
              <a:defRPr>
                <a:solidFill>
                  <a:schemeClr val="lt1"/>
                </a:solidFill>
              </a:defRPr>
            </a:lvl6pPr>
            <a:lvl7pPr marL="2743200" indent="0" algn="ctr">
              <a:buNone/>
              <a:defRPr>
                <a:solidFill>
                  <a:schemeClr val="lt1"/>
                </a:solidFill>
              </a:defRPr>
            </a:lvl7pPr>
            <a:lvl8pPr marL="3200400" indent="0" algn="ctr">
              <a:buNone/>
              <a:defRPr>
                <a:solidFill>
                  <a:schemeClr val="lt1"/>
                </a:solidFill>
              </a:defRPr>
            </a:lvl8pPr>
            <a:lvl9pPr marL="3657600" indent="0" algn="ctr"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3" name="FooterText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ja-JP" sz="900">
                <a:solidFill>
                  <a:srgbClr val="C9D4E4"/>
                </a:solidFill>
                <a:latin typeface="Yu Gothic"/>
                <a:ea typeface="Yu Gothic"/>
              </a:rPr>
              <a:t>Sample Org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455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743200"/>
            <a:ext cx="10515600" cy="1371600"/>
          </a:xfrm>
        </p:spPr>
        <p:txBody>
          <a:bodyPr anchor="t"/>
          <a:lstStyle>
            <a:lvl1pPr algn="l">
              <a:defRPr sz="3200" b="1" cap="all">
                <a:solidFill>
                  <a:schemeClr val="l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lt1"/>
                </a:solidFill>
              </a:defRPr>
            </a:lvl1pPr>
            <a:lvl2pPr marL="457200" indent="0">
              <a:buNone/>
              <a:defRPr sz="1800">
                <a:solidFill>
                  <a:schemeClr val="lt1"/>
                </a:solidFill>
              </a:defRPr>
            </a:lvl2pPr>
            <a:lvl3pPr marL="914400" indent="0">
              <a:buNone/>
              <a:defRPr sz="1600">
                <a:solidFill>
                  <a:schemeClr val="lt1"/>
                </a:solidFill>
              </a:defRPr>
            </a:lvl3pPr>
            <a:lvl4pPr marL="1371600" indent="0">
              <a:buNone/>
              <a:defRPr sz="1400">
                <a:solidFill>
                  <a:schemeClr val="lt1"/>
                </a:solidFill>
              </a:defRPr>
            </a:lvl4pPr>
            <a:lvl5pPr marL="1828800" indent="0">
              <a:buNone/>
              <a:defRPr sz="1400">
                <a:solidFill>
                  <a:schemeClr val="lt1"/>
                </a:solidFill>
              </a:defRPr>
            </a:lvl5pPr>
            <a:lvl6pPr marL="2286000" indent="0">
              <a:buNone/>
              <a:defRPr sz="1400">
                <a:solidFill>
                  <a:schemeClr val="lt1"/>
                </a:solidFill>
              </a:defRPr>
            </a:lvl6pPr>
            <a:lvl7pPr marL="2743200" indent="0">
              <a:buNone/>
              <a:defRPr sz="1400">
                <a:solidFill>
                  <a:schemeClr val="lt1"/>
                </a:solidFill>
              </a:defRPr>
            </a:lvl7pPr>
            <a:lvl8pPr marL="3200400" indent="0">
              <a:buNone/>
              <a:defRPr sz="1400">
                <a:solidFill>
                  <a:schemeClr val="lt1"/>
                </a:solidFill>
              </a:defRPr>
            </a:lvl8pPr>
            <a:lvl9pPr marL="3657600" indent="0">
              <a:buNone/>
              <a:defRPr sz="14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4" name="FooterText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ja-JP" sz="900">
                <a:solidFill>
                  <a:srgbClr val="C9D4E4"/>
                </a:solidFill>
                <a:latin typeface="Yu Gothic"/>
                <a:ea typeface="Yu Gothic"/>
              </a:rPr>
              <a:t>Sample Org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4552" cy="1051560"/>
          </a:xfrm>
        </p:spPr>
        <p:txBody>
          <a:bodyPr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1" name="FooterText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ja-JP" sz="900">
                <a:solidFill>
                  <a:srgbClr val="595F6B"/>
                </a:solidFill>
                <a:latin typeface="Yu Gothic"/>
                <a:ea typeface="Yu Gothic"/>
              </a:rPr>
              <a:t>Sample Org</a:t>
            </a:r>
          </a:p>
        </p:txBody>
      </p:sp>
      <p:sp>
        <p:nvSpPr>
          <p:cNvPr id="1002" name="SlideNumber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r"/>
            <a:fld id="{B6F15528-9517-4E2F-8F3A-000000000001}" type="slidenum">
              <a:rPr lang="ja-JP" sz="900">
                <a:solidFill>
                  <a:srgbClr val="595F6B"/>
                </a:solidFill>
                <a:latin typeface="Yu Gothic"/>
                <a:ea typeface="Yu Gothic"/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4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〇〇プロジェクト計画書（サンプル）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サンプル資料：ここに副題・組織名・日付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目次（サンプル）</a:t>
            </a:r>
          </a:p>
        </p:txBody>
      </p:sp>
      <p:sp>
        <p:nvSpPr>
          <p:cNvPr id="3" name="TocBody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57200" indent="-457200">
              <a:spcAft>
                <a:spcPts val="1200"/>
              </a:spcAft>
              <a:buFont typeface="Arial"/>
              <a:buAutoNum type="arabicPeriod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背景と目的（サンプル項目）</a:t>
            </a:r>
          </a:p>
          <a:p>
            <a:pPr algn="l" marL="457200" indent="-457200">
              <a:spcAft>
                <a:spcPts val="1200"/>
              </a:spcAft>
              <a:buFont typeface="Arial"/>
              <a:buAutoNum type="arabicPeriod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方針（サンプル項目）</a:t>
            </a:r>
          </a:p>
          <a:p>
            <a:pPr algn="l" marL="457200" indent="-457200">
              <a:spcAft>
                <a:spcPts val="1200"/>
              </a:spcAft>
              <a:buFont typeface="Arial"/>
              <a:buAutoNum type="arabicPeriod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体制とスケジュール（サンプル項目）</a:t>
            </a:r>
          </a:p>
          <a:p>
            <a:pPr algn="l" marL="457200" indent="-457200">
              <a:spcAft>
                <a:spcPts val="1200"/>
              </a:spcAft>
              <a:buFont typeface="Arial"/>
              <a:buAutoNum type="arabicPeriod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リスク（サンプル項目）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表のサンプル：〇〇の比較</a:t>
            </a:r>
          </a:p>
        </p:txBody>
      </p:sp>
      <p:graphicFrame>
        <p:nvGraphicFramePr>
          <p:cNvPr id="3" name="DataTable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項目（サンプル）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現行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移行後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1B3A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項目A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〇〇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△△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項目B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××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124"/>
                          </a:solidFill>
                          <a:latin typeface="Yu Gothic"/>
                          <a:ea typeface="Yu Gothic"/>
                          <a:cs typeface="Yu Gothic"/>
                        </a:rPr>
                        <a:t>□□</a:t>
                      </a:r>
                    </a:p>
                  </a:txBody>
                  <a:tcPr anchor="ctr">
                    <a:lnB w="9525" cap="flat">
                      <a:solidFill>
                        <a:srgbClr val="C8CDD6"/>
                      </a:solidFill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組織図のサンプル：〇〇体制</a:t>
            </a:r>
          </a:p>
        </p:txBody>
      </p:sp>
      <p:sp>
        <p:nvSpPr>
          <p:cNvPr id="3" name="OrgRegion"/>
          <p:cNvSpPr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  <a:ln w="12700">
            <a:solidFill>
              <a:srgbClr val="C8CD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rgNode"/>
          <p:cNvSpPr/>
          <p:nvPr/>
        </p:nvSpPr>
        <p:spPr>
          <a:xfrm>
            <a:off x="4846320" y="201168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部門名（サンプル）</a:t>
            </a:r>
          </a:p>
          <a:p>
            <a:pPr algn="ctr"/>
            <a:r>
              <a:rPr sz="1100">
                <a:solidFill>
                  <a:srgbClr val="595F6B"/>
                </a:solidFill>
                <a:latin typeface="Yu Gothic"/>
                <a:ea typeface="Yu Gothic"/>
                <a:cs typeface="Yu Gothic"/>
              </a:rPr>
              <a:t>役割・担当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スケジュールのサンプル：〇〇計画</a:t>
            </a:r>
          </a:p>
        </p:txBody>
      </p:sp>
      <p:sp>
        <p:nvSpPr>
          <p:cNvPr id="3" name="TimelineRegion"/>
          <p:cNvSpPr/>
          <p:nvPr/>
        </p:nvSpPr>
        <p:spPr>
          <a:xfrm>
            <a:off x="731520" y="2514600"/>
            <a:ext cx="10698480" cy="2651760"/>
          </a:xfrm>
          <a:prstGeom prst="rect">
            <a:avLst/>
          </a:prstGeom>
          <a:noFill/>
          <a:ln w="12700">
            <a:solidFill>
              <a:srgbClr val="C8CD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melineStep"/>
          <p:cNvSpPr/>
          <p:nvPr/>
        </p:nvSpPr>
        <p:spPr>
          <a:xfrm>
            <a:off x="914400" y="2743200"/>
            <a:ext cx="2926080" cy="2194560"/>
          </a:xfrm>
          <a:prstGeom prst="homePlate">
            <a:avLst>
              <a:gd name="adj" fmla="val 15000"/>
            </a:avLst>
          </a:prstGeom>
          <a:solidFill>
            <a:srgbClr val="1B3A66"/>
          </a:solidFill>
          <a:ln>
            <a:solidFill>
              <a:srgbClr val="1B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工程名（サンプル）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時期</a:t>
            </a:r>
          </a:p>
          <a:p>
            <a:pPr algn="ctr"/>
            <a:r>
              <a:rPr sz="1200">
                <a:solidFill>
                  <a:srgbClr val="DCE3EE"/>
                </a:solidFill>
                <a:latin typeface="Yu Gothic"/>
                <a:ea typeface="Yu Gothic"/>
                <a:cs typeface="Yu Gothic"/>
              </a:rPr>
              <a:t>作業内容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2段比較のサンプル：現行と移行後</a:t>
            </a:r>
          </a:p>
        </p:txBody>
      </p:sp>
      <p:sp>
        <p:nvSpPr>
          <p:cNvPr id="3" name="LeftHeading"/>
          <p:cNvSpPr txBox="1"/>
          <p:nvPr/>
        </p:nvSpPr>
        <p:spPr>
          <a:xfrm>
            <a:off x="731520" y="13716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現行（サンプル）</a:t>
            </a:r>
          </a:p>
        </p:txBody>
      </p:sp>
      <p:sp>
        <p:nvSpPr>
          <p:cNvPr id="4" name="LeftBody"/>
          <p:cNvSpPr txBox="1"/>
          <p:nvPr/>
        </p:nvSpPr>
        <p:spPr>
          <a:xfrm>
            <a:off x="731520" y="1965960"/>
            <a:ext cx="51206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57200" indent="-457200">
              <a:spcAft>
                <a:spcPts val="600"/>
              </a:spcAft>
              <a:buFont typeface="Arial"/>
              <a:buChar char="・"/>
            </a:pPr>
            <a:r>
              <a:rPr sz="16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項目A 〇〇</a:t>
            </a:r>
          </a:p>
          <a:p>
            <a:pPr algn="l" marL="457200" indent="-457200">
              <a:spcAft>
                <a:spcPts val="600"/>
              </a:spcAft>
              <a:buFont typeface="Arial"/>
              <a:buChar char="・"/>
            </a:pPr>
            <a:r>
              <a:rPr sz="16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項目B △△</a:t>
            </a:r>
          </a:p>
        </p:txBody>
      </p:sp>
      <p:sp>
        <p:nvSpPr>
          <p:cNvPr id="5" name="RightHeading"/>
          <p:cNvSpPr txBox="1"/>
          <p:nvPr/>
        </p:nvSpPr>
        <p:spPr>
          <a:xfrm>
            <a:off x="6309360" y="13716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E7CB1"/>
                </a:solidFill>
                <a:latin typeface="Yu Gothic"/>
                <a:ea typeface="Yu Gothic"/>
                <a:cs typeface="Yu Gothic"/>
              </a:rPr>
              <a:t>移行後（サンプル）</a:t>
            </a:r>
          </a:p>
        </p:txBody>
      </p:sp>
      <p:sp>
        <p:nvSpPr>
          <p:cNvPr id="6" name="RightBody"/>
          <p:cNvSpPr txBox="1"/>
          <p:nvPr/>
        </p:nvSpPr>
        <p:spPr>
          <a:xfrm>
            <a:off x="6309360" y="1965960"/>
            <a:ext cx="51206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57200" indent="-457200">
              <a:spcAft>
                <a:spcPts val="600"/>
              </a:spcAft>
              <a:buFont typeface="Arial"/>
              <a:buChar char="・"/>
            </a:pPr>
            <a:r>
              <a:rPr sz="16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項目A ××</a:t>
            </a:r>
          </a:p>
          <a:p>
            <a:pPr algn="l" marL="457200" indent="-457200">
              <a:spcAft>
                <a:spcPts val="600"/>
              </a:spcAft>
              <a:buFont typeface="Arial"/>
              <a:buChar char="・"/>
            </a:pPr>
            <a:r>
              <a:rPr sz="16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項目B □□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まとめ（サンプル）：〇〇のお願い</a:t>
            </a:r>
          </a:p>
        </p:txBody>
      </p:sp>
      <p:sp>
        <p:nvSpPr>
          <p:cNvPr id="3" name="ClosingBody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57200" indent="-457200">
              <a:spcAft>
                <a:spcPts val="1000"/>
              </a:spcAft>
              <a:buFont typeface="Arial"/>
              <a:buChar char="・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ご承認いただきたい事項1（サンプル）</a:t>
            </a:r>
          </a:p>
          <a:p>
            <a:pPr algn="l" marL="457200" indent="-457200">
              <a:spcAft>
                <a:spcPts val="1000"/>
              </a:spcAft>
              <a:buFont typeface="Arial"/>
              <a:buChar char="・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ご承認いただきたい事項2（サンプル）</a:t>
            </a:r>
          </a:p>
          <a:p>
            <a:pPr algn="l" marL="457200" indent="-457200">
              <a:spcAft>
                <a:spcPts val="1000"/>
              </a:spcAft>
              <a:buFont typeface="Arial"/>
              <a:buChar char="・"/>
            </a:pPr>
            <a:r>
              <a:rPr sz="2000" b="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ご承認いただきたい事項3（サンプル）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1127455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6"/>
                </a:solidFill>
                <a:latin typeface="Yu Gothic"/>
                <a:ea typeface="Yu Gothic"/>
                <a:cs typeface="Yu Gothic"/>
              </a:rPr>
              <a:t>グラフのサンプル：〇〇の推移</a:t>
            </a:r>
          </a:p>
        </p:txBody>
      </p:sp>
      <p:graphicFrame>
        <p:nvGraphicFramePr>
          <p:cNvPr id="3" name="DataChart"/>
          <p:cNvGraphicFramePr>
            <a:graphicFrameLocks noGrp="1"/>
          </p:cNvGraphicFramePr>
          <p:nvPr/>
        </p:nvGraphicFramePr>
        <p:xfrm>
          <a:off x="731520" y="1554480"/>
          <a:ext cx="106984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02124"/>
      </a:dk1>
      <a:lt1>
        <a:srgbClr val="FFFFFF"/>
      </a:lt1>
      <a:dk2>
        <a:srgbClr val="1B3A66"/>
      </a:dk2>
      <a:lt2>
        <a:srgbClr val="F2F4F8"/>
      </a:lt2>
      <a:accent1>
        <a:srgbClr val="1B3A66"/>
      </a:accent1>
      <a:accent2>
        <a:srgbClr val="3E7CB1"/>
      </a:accent2>
      <a:accent3>
        <a:srgbClr val="8A94A6"/>
      </a:accent3>
      <a:accent4>
        <a:srgbClr val="6B7A90"/>
      </a:accent4>
      <a:accent5>
        <a:srgbClr val="C8CDD6"/>
      </a:accent5>
      <a:accent6>
        <a:srgbClr val="E4E8EE"/>
      </a:accent6>
      <a:hlink>
        <a:srgbClr val="3E7CB1"/>
      </a:hlink>
      <a:folHlink>
        <a:srgbClr val="6B7A90"/>
      </a:folHlink>
    </a:clrScheme>
    <a:fontScheme name="Office">
      <a:majorFont>
        <a:latin typeface="Yu Gothic"/>
        <a:ea typeface="Yu Gothic"/>
        <a:cs typeface=""/>
        <a:font script="Jpan" typeface="Yu Gothic"/>
        <a:font script="Hang" typeface="Yu Gothic"/>
        <a:font script="Hans" typeface="Yu Gothic"/>
        <a:font script="Hant" typeface="Yu Gothic"/>
        <a:font script="Arab" typeface="Yu Gothic"/>
        <a:font script="Hebr" typeface="Yu Gothic"/>
        <a:font script="Thai" typeface="Yu Gothic"/>
        <a:font script="Ethi" typeface="Yu Gothic"/>
        <a:font script="Beng" typeface="Yu Gothic"/>
        <a:font script="Gujr" typeface="Yu Gothic"/>
        <a:font script="Khmr" typeface="Yu Gothic"/>
        <a:font script="Knda" typeface="Yu Gothic"/>
        <a:font script="Guru" typeface="Yu Gothic"/>
        <a:font script="Cans" typeface="Yu Gothic"/>
        <a:font script="Cher" typeface="Yu Gothic"/>
        <a:font script="Yiii" typeface="Yu Gothic"/>
        <a:font script="Tibt" typeface="Yu Gothic"/>
        <a:font script="Thaa" typeface="Yu Gothic"/>
        <a:font script="Deva" typeface="Yu Gothic"/>
        <a:font script="Telu" typeface="Yu Gothic"/>
        <a:font script="Taml" typeface="Yu Gothic"/>
        <a:font script="Syrc" typeface="Yu Gothic"/>
        <a:font script="Orya" typeface="Yu Gothic"/>
        <a:font script="Mlym" typeface="Yu Gothic"/>
        <a:font script="Laoo" typeface="Yu Gothic"/>
        <a:font script="Sinh" typeface="Yu Gothic"/>
        <a:font script="Mong" typeface="Yu Gothic"/>
        <a:font script="Viet" typeface="Yu Gothic"/>
        <a:font script="Uigh" typeface="Yu Gothic"/>
        <a:font script="Geor" typeface="Yu Gothic"/>
      </a:majorFont>
      <a:minorFont>
        <a:latin typeface="Yu Gothic"/>
        <a:ea typeface="Yu Gothic"/>
        <a:cs typeface=""/>
        <a:font script="Jpan" typeface="Yu Gothic"/>
        <a:font script="Hang" typeface="Yu Gothic"/>
        <a:font script="Hans" typeface="Yu Gothic"/>
        <a:font script="Hant" typeface="Yu Gothic"/>
        <a:font script="Arab" typeface="Yu Gothic"/>
        <a:font script="Hebr" typeface="Yu Gothic"/>
        <a:font script="Thai" typeface="Yu Gothic"/>
        <a:font script="Ethi" typeface="Yu Gothic"/>
        <a:font script="Beng" typeface="Yu Gothic"/>
        <a:font script="Gujr" typeface="Yu Gothic"/>
        <a:font script="Khmr" typeface="Yu Gothic"/>
        <a:font script="Knda" typeface="Yu Gothic"/>
        <a:font script="Guru" typeface="Yu Gothic"/>
        <a:font script="Cans" typeface="Yu Gothic"/>
        <a:font script="Cher" typeface="Yu Gothic"/>
        <a:font script="Yiii" typeface="Yu Gothic"/>
        <a:font script="Tibt" typeface="Yu Gothic"/>
        <a:font script="Thaa" typeface="Yu Gothic"/>
        <a:font script="Deva" typeface="Yu Gothic"/>
        <a:font script="Telu" typeface="Yu Gothic"/>
        <a:font script="Taml" typeface="Yu Gothic"/>
        <a:font script="Syrc" typeface="Yu Gothic"/>
        <a:font script="Orya" typeface="Yu Gothic"/>
        <a:font script="Mlym" typeface="Yu Gothic"/>
        <a:font script="Laoo" typeface="Yu Gothic"/>
        <a:font script="Sinh" typeface="Yu Gothic"/>
        <a:font script="Mong" typeface="Yu Gothic"/>
        <a:font script="Viet" typeface="Yu Gothic"/>
        <a:font script="Uigh" typeface="Yu Gothic"/>
        <a:font script="Geor" typeface="Yu 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